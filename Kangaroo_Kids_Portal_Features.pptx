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5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Helvetica"/>
              </a:defRPr>
            </a:pPr>
            <a:r>
              <a:t>Kangaroo Kids Portal</a:t>
            </a:r>
          </a:p>
          <a:p>
            <a:pPr>
              <a:spcBef>
                <a:spcPts val="1000"/>
              </a:spcBef>
              <a:defRPr sz="2200">
                <a:solidFill>
                  <a:srgbClr val="1E293B"/>
                </a:solidFill>
                <a:latin typeface="Helvetica"/>
              </a:defRPr>
            </a:pPr>
            <a:r>
              <a:t>Comprehensive System Walkthrough &amp; Feature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FFFFF"/>
                </a:solidFill>
                <a:latin typeface="Helvetica"/>
              </a:defRPr>
            </a:pPr>
            <a:r>
              <a:t>Created: July 2026</a:t>
            </a:r>
            <a:br/>
            <a:r>
              <a:t>Target Audience: School Administration &amp; Stakeholders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Helvetica"/>
              </a:defRPr>
            </a:pPr>
            <a:r>
              <a:t>⚙️ Site Settings &amp; Global Branding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E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754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defRPr sz="1800" b="1">
                <a:solidFill>
                  <a:srgbClr val="1E293B"/>
                </a:solidFill>
                <a:latin typeface="Helvetica"/>
              </a:defRPr>
            </a:pPr>
            <a:r>
              <a:t>Branding &amp; Configuration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School Logo Upload: Supports editing and configuring the global logo.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Name &amp; Branding: Configurable school name synced across all parent headers.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Contact Information: Dynamic address, phone, and official support email entries.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Government Approval Details: Added dedicated approval input fields for Karnataka education regulations.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Dynamic Binding: Automatically inserts registration codes on promotion cards and leaving forms.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645920"/>
            <a:ext cx="56967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737360"/>
            <a:ext cx="551383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Helvetica"/>
              </a:defRPr>
            </a:pPr>
            <a:r>
              <a:t>🖼️ Homepage &amp; Parent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E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754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defRPr sz="1800" b="1">
                <a:solidFill>
                  <a:srgbClr val="1E293B"/>
                </a:solidFill>
                <a:latin typeface="Helvetica"/>
              </a:defRPr>
            </a:pPr>
            <a:r>
              <a:t>Public Interface Features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Dynamic Hero Slider: Engaging custom banners highlighting preschool events.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Learning Programs: Curated cards describing Toddler, Preschool, and Kindergarten curricula.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Parent Reviews Slider: Visual, animated slider displaying positive parent testimonials.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School Photo Gallery: Slide preview showcasing creative playtime activities.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Virtual Assistant Chatbot: Smart support chatbot answering visitor questions regarding admissions, fees, and timings.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645920"/>
            <a:ext cx="56967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737360"/>
            <a:ext cx="551383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Helvetica"/>
              </a:defRPr>
            </a:pPr>
            <a:r>
              <a:t>🏫 Admissions &amp; Vaccinations Manager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E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754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defRPr sz="1800" b="1">
                <a:solidFill>
                  <a:srgbClr val="1E293B"/>
                </a:solidFill>
                <a:latin typeface="Helvetica"/>
              </a:defRPr>
            </a:pPr>
            <a:r>
              <a:t>Student Admissions Portal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Digital Onboarding Form: Simple parent inputs for child, parent, email, and phone.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Age-Group Admissions: Automated grade-specific enrollment paths.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Uniform Checklist: Built-in selections for issued uniforms, bags, caps, and shoes.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Contact Records: Collects emergency phone contacts and student blood groups.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Medical Safety Tracker: Integrates immunization schedules with registration.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645920"/>
            <a:ext cx="56967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_ad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737360"/>
            <a:ext cx="551383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Helvetica"/>
              </a:defRPr>
            </a:pPr>
            <a:r>
              <a:t>📅 Daily Attendance &amp; Class Roster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E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754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defRPr sz="1800" b="1">
                <a:solidFill>
                  <a:srgbClr val="1E293B"/>
                </a:solidFill>
                <a:latin typeface="Helvetica"/>
              </a:defRPr>
            </a:pPr>
            <a:r>
              <a:t>Attendance marking &amp; Class Roster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Class Selector: Easy dropdown filter to pick classes (e.g. Preschool Engineers).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Student Checklist: Generates a list of students with photo thumbnails.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Status Toggle: Mark Present or Absent with one click.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Quick Save: Real-time update to the attendance log database.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Enrolled Class Roster: Highlights student details, issued items, and interactive certificate controls.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645920"/>
            <a:ext cx="56967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ansfer_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737360"/>
            <a:ext cx="551383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Helvetica"/>
              </a:defRPr>
            </a:pPr>
            <a:r>
              <a:t>📇 Automated Student ID Badges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E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754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defRPr sz="1800" b="1">
                <a:solidFill>
                  <a:srgbClr val="1E293B"/>
                </a:solidFill>
                <a:latin typeface="Helvetica"/>
              </a:defRPr>
            </a:pPr>
            <a:r>
              <a:t>ID Card Design &amp; Mailing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Widescreen Double-Sided Badge: Renders both Front and Back cards side-by-side.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Front Details: Child Name, Photo, Grade, Class Current Year (e.g. 2026), Blood Group, and Emergency Phone.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Privacy Focus: Removed parent names from the badge front for student safety.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Scannable Barcode: Embeds a scannable Libre Barcode 39 font linked to student ID.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One-Click Mailing: Send button formats and requests badges directly from printshops.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645920"/>
            <a:ext cx="56967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d_badge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737360"/>
            <a:ext cx="551383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Helvetica"/>
              </a:defRPr>
            </a:pPr>
            <a:r>
              <a:t>📜 Govt. Certificates &amp; TC Printing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E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754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defRPr sz="1800" b="1">
                <a:solidFill>
                  <a:srgbClr val="1E293B"/>
                </a:solidFill>
                <a:latin typeface="Helvetica"/>
              </a:defRPr>
            </a:pPr>
            <a:r>
              <a:t>Promotion &amp; Transfer Cards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Department Compliance: Formal certificate layout featuring Govt. of Karnataka approval.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School Registration Code: Dynamically binds ED 45 ACT registration details.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Dynamic Student Records: Fills student name, grade, date of birth, and promotion details.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Transfer Certificates (T.C.): Pupil Leaving Document featuring details table (name, parent, DOB).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Single-Page Printing: Custom CSS rules avoiding print overlaps.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645920"/>
            <a:ext cx="56967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motion_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737360"/>
            <a:ext cx="551383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Helvetica"/>
              </a:defRPr>
            </a:pPr>
            <a:r>
              <a:t>📅 School Holidays &amp; Bulk Mailer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E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754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defRPr sz="1800" b="1">
                <a:solidFill>
                  <a:srgbClr val="1E293B"/>
                </a:solidFill>
                <a:latin typeface="Helvetica"/>
              </a:defRPr>
            </a:pPr>
            <a:r>
              <a:t>Holiday Calendar &amp; Mailer Portal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Published Calendar: Homepage calendar showing scheduled breaks year-on-year.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Ordinal Date Format: Custom dates formatted in title-cased style (e.g., 1st Jan 2026, 19th Mar 2026).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Interactive CRUD Panel: Full-width table allowing easy additions, edits, and deletions.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Scheduled Auto-Mailer: Ticking 'Bulk Email Parents' checkbox sends auto-emails to parents.</a:t>
            </a:r>
          </a:p>
          <a:p>
            <a:pPr algn="l">
              <a:spcBef>
                <a:spcPts val="600"/>
              </a:spcBef>
              <a:defRPr sz="1300">
                <a:solidFill>
                  <a:srgbClr val="475569"/>
                </a:solidFill>
                <a:latin typeface="Helvetica"/>
              </a:defRPr>
            </a:pPr>
            <a:r>
              <a:t>• Custom Bulk Holiday Mailer: Specialized form to send weather alarms or ad-hoc school breaks.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645920"/>
            <a:ext cx="56967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_holi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737360"/>
            <a:ext cx="551383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E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Helvetica"/>
              </a:defRPr>
            </a:pPr>
            <a:r>
              <a:t>Thank You!</a:t>
            </a:r>
          </a:p>
          <a:p>
            <a:pPr>
              <a:spcBef>
                <a:spcPts val="2000"/>
              </a:spcBef>
              <a:defRPr sz="1800">
                <a:solidFill>
                  <a:srgbClr val="EE5A24"/>
                </a:solidFill>
                <a:latin typeface="Helvetica"/>
              </a:defRPr>
            </a:pPr>
            <a:r>
              <a:t>Kangaroo Kids Portal - Shaping Future Innovators</a:t>
            </a:r>
            <a:br/>
            <a:br/>
            <a:r>
              <a:t>For questions or developer configuration, please access the Settings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